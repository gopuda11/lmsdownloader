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2345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한글 강의자료 변환 테스트</a:t>
            </a:r>
            <a:endParaRPr lang="en-US" sz="3000" dirty="0"/>
          </a:p>
        </p:txBody>
      </p:sp>
      <p:pic>
        <p:nvPicPr>
          <p:cNvPr id="3" name="Image 0" descr="icon-1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457200"/>
            <a:ext cx="731520" cy="731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1828800"/>
            <a:ext cx="274320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도형과 한글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두 번째 슬라이드 · 표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828800"/>
          <a:ext cx="9144000" cy="1828800"/>
        </p:xfrm>
        <a:graphic>
          <a:graphicData uri="http://schemas.openxmlformats.org/drawingml/2006/table">
            <a:tbl>
              <a:tblPr/>
              <a:tblGrid>
                <a:gridCol w="4572000"/>
                <a:gridCol w="4572000"/>
              </a:tblGrid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항목</a:t>
                      </a:r>
                      <a:endParaRPr lang="en-US" sz="2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09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9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9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9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값</a:t>
                      </a:r>
                      <a:endParaRPr lang="en-US" sz="2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09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9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9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9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합계</a:t>
                      </a:r>
                      <a:endParaRPr lang="en-US" sz="2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09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9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9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9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123</a:t>
                      </a:r>
                      <a:endParaRPr lang="en-US" sz="2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09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9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9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9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표 테스트</a:t>
                      </a:r>
                      <a:endParaRPr lang="en-US" sz="2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09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9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9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9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정상</a:t>
                      </a:r>
                      <a:endParaRPr lang="en-US" sz="2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09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9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9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9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Synthetic test</dc:creator>
  <cp:lastModifiedBy>Synthetic test</cp:lastModifiedBy>
  <cp:revision>1</cp:revision>
  <dcterms:created xsi:type="dcterms:W3CDTF">2026-10-11T15:28:03Z</dcterms:created>
  <dcterms:modified xsi:type="dcterms:W3CDTF">2026-10-11T15:28:03Z</dcterms:modified>
</cp:coreProperties>
</file>